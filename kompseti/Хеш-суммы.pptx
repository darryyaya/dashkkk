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5" r:id="rId2"/>
    <p:sldMasterId id="2147483718" r:id="rId3"/>
    <p:sldMasterId id="214748372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538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4716833" y="949300"/>
            <a:ext cx="93808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>
            <a:off x="0" y="1673367"/>
            <a:ext cx="5763600" cy="5188000"/>
          </a:xfrm>
          <a:prstGeom prst="rtTriangl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flipH="1">
            <a:off x="1378933" y="0"/>
            <a:ext cx="14490400" cy="6858000"/>
          </a:xfrm>
          <a:prstGeom prst="triangle">
            <a:avLst>
              <a:gd name="adj" fmla="val 49850"/>
            </a:avLst>
          </a:prstGeom>
          <a:solidFill>
            <a:srgbClr val="3838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4804077" y="2597648"/>
            <a:ext cx="60580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33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089199" y="5383700"/>
            <a:ext cx="7772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244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70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accent5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7744733" y="2045200"/>
            <a:ext cx="6400800" cy="6400800"/>
          </a:xfrm>
          <a:prstGeom prst="rtTriangle">
            <a:avLst/>
          </a:prstGeom>
          <a:solidFill>
            <a:srgbClr val="383838"/>
          </a:solidFill>
          <a:ln w="9525" cap="flat" cmpd="sng">
            <a:solidFill>
              <a:srgbClr val="DBDB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835000" y="796567"/>
            <a:ext cx="1052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835000" y="1739833"/>
            <a:ext cx="10522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11903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6945697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073303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3"/>
          </p:nvPr>
        </p:nvSpPr>
        <p:spPr>
          <a:xfrm>
            <a:off x="7907097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 rot="10800000">
            <a:off x="4784600" y="-30167"/>
            <a:ext cx="2622800" cy="1181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7949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accent5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  <p:sp>
        <p:nvSpPr>
          <p:cNvPr id="33" name="Google Shape;33;p6"/>
          <p:cNvSpPr/>
          <p:nvPr/>
        </p:nvSpPr>
        <p:spPr>
          <a:xfrm flipH="1">
            <a:off x="9366000" y="3467500"/>
            <a:ext cx="4541200" cy="4403200"/>
          </a:xfrm>
          <a:prstGeom prst="rtTriangle">
            <a:avLst/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EEEEE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flipH="1">
            <a:off x="9505067" y="3467500"/>
            <a:ext cx="4541200" cy="4403200"/>
          </a:xfrm>
          <a:prstGeom prst="rtTriangle">
            <a:avLst/>
          </a:prstGeom>
          <a:solidFill>
            <a:srgbClr val="92929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EEEEE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rgbClr val="92929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EEEEEE"/>
              </a:solidFill>
            </a:endParaRPr>
          </a:p>
        </p:txBody>
      </p:sp>
      <p:sp>
        <p:nvSpPr>
          <p:cNvPr id="36" name="Google Shape;36;p6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323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50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08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8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66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/>
          <p:nvPr/>
        </p:nvSpPr>
        <p:spPr>
          <a:xfrm rot="10800000">
            <a:off x="-26500" y="-25767"/>
            <a:ext cx="12270800" cy="6883600"/>
          </a:xfrm>
          <a:prstGeom prst="triangle">
            <a:avLst>
              <a:gd name="adj" fmla="val 50000"/>
            </a:avLst>
          </a:prstGeom>
          <a:solidFill>
            <a:srgbClr val="38383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6" name="Google Shape;56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0"/>
              <a:buNone/>
              <a:defRPr sz="1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>
                <a:solidFill>
                  <a:schemeClr val="accent5"/>
                </a:solidFill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>
                <a:solidFill>
                  <a:schemeClr val="accent5"/>
                </a:solidFill>
              </a:defRPr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  <a:defRPr>
                <a:solidFill>
                  <a:schemeClr val="accent5"/>
                </a:solidFill>
              </a:defRPr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>
                <a:solidFill>
                  <a:schemeClr val="accent5"/>
                </a:solidFill>
              </a:defRPr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>
                <a:solidFill>
                  <a:schemeClr val="accent5"/>
                </a:solidFill>
              </a:defRPr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  <a:defRPr>
                <a:solidFill>
                  <a:schemeClr val="accent5"/>
                </a:solidFill>
              </a:defRPr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>
                <a:solidFill>
                  <a:schemeClr val="accent5"/>
                </a:solidFill>
              </a:defRPr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  <a:defRPr>
                <a:solidFill>
                  <a:schemeClr val="accent5"/>
                </a:solidFill>
              </a:defRPr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  <a:defRPr>
                <a:solidFill>
                  <a:schemeClr val="accent5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61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590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bg>
      <p:bgPr>
        <a:solidFill>
          <a:schemeClr val="accent6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/>
          <p:nvPr/>
        </p:nvSpPr>
        <p:spPr>
          <a:xfrm rot="10800000" flipH="1">
            <a:off x="-3186800" y="-136633"/>
            <a:ext cx="18516000" cy="87632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13"/>
          <p:cNvSpPr/>
          <p:nvPr/>
        </p:nvSpPr>
        <p:spPr>
          <a:xfrm>
            <a:off x="-7015935" y="2060167"/>
            <a:ext cx="93808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3245700" y="4177695"/>
            <a:ext cx="5700400" cy="18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2301600" y="463367"/>
            <a:ext cx="7588800" cy="35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666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 rot="10800000">
            <a:off x="9225833" y="-984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67" name="Google Shape;67;p13"/>
          <p:cNvSpPr/>
          <p:nvPr/>
        </p:nvSpPr>
        <p:spPr>
          <a:xfrm rot="10800000">
            <a:off x="9416333" y="-1060367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200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accent5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-225733" y="-86000"/>
            <a:ext cx="5934800" cy="7029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70" name="Google Shape;70;p14"/>
          <p:cNvCxnSpPr/>
          <p:nvPr/>
        </p:nvCxnSpPr>
        <p:spPr>
          <a:xfrm rot="10800000">
            <a:off x="-2139567" y="21658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7587533" y="2510967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 idx="2" hasCustomPrompt="1"/>
          </p:nvPr>
        </p:nvSpPr>
        <p:spPr>
          <a:xfrm>
            <a:off x="6414361" y="1552091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3" hasCustomPrompt="1"/>
          </p:nvPr>
        </p:nvSpPr>
        <p:spPr>
          <a:xfrm>
            <a:off x="6414361" y="2709320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 idx="4"/>
          </p:nvPr>
        </p:nvSpPr>
        <p:spPr>
          <a:xfrm>
            <a:off x="7587533" y="4837700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 idx="5"/>
          </p:nvPr>
        </p:nvSpPr>
        <p:spPr>
          <a:xfrm>
            <a:off x="7587533" y="1392000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6"/>
          </p:nvPr>
        </p:nvSpPr>
        <p:spPr>
          <a:xfrm>
            <a:off x="7587533" y="3680467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title" idx="7" hasCustomPrompt="1"/>
          </p:nvPr>
        </p:nvSpPr>
        <p:spPr>
          <a:xfrm>
            <a:off x="6414361" y="3840557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4"/>
          <p:cNvSpPr txBox="1">
            <a:spLocks noGrp="1"/>
          </p:cNvSpPr>
          <p:nvPr>
            <p:ph type="title" idx="8" hasCustomPrompt="1"/>
          </p:nvPr>
        </p:nvSpPr>
        <p:spPr>
          <a:xfrm>
            <a:off x="6414361" y="4997787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4"/>
          <p:cNvSpPr txBox="1">
            <a:spLocks noGrp="1"/>
          </p:cNvSpPr>
          <p:nvPr>
            <p:ph type="subTitle" idx="1"/>
          </p:nvPr>
        </p:nvSpPr>
        <p:spPr>
          <a:xfrm>
            <a:off x="7587533" y="1759393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9"/>
          </p:nvPr>
        </p:nvSpPr>
        <p:spPr>
          <a:xfrm>
            <a:off x="7587533" y="4060560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3"/>
          </p:nvPr>
        </p:nvSpPr>
        <p:spPr>
          <a:xfrm>
            <a:off x="7587533" y="2883597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4"/>
          </p:nvPr>
        </p:nvSpPr>
        <p:spPr>
          <a:xfrm>
            <a:off x="7587533" y="5210331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15"/>
          </p:nvPr>
        </p:nvSpPr>
        <p:spPr>
          <a:xfrm>
            <a:off x="950967" y="2931733"/>
            <a:ext cx="4555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0200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solidFill>
          <a:schemeClr val="accent5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 hasCustomPrompt="1"/>
          </p:nvPr>
        </p:nvSpPr>
        <p:spPr>
          <a:xfrm>
            <a:off x="1087317" y="39943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5"/>
          <p:cNvSpPr txBox="1">
            <a:spLocks noGrp="1"/>
          </p:cNvSpPr>
          <p:nvPr>
            <p:ph type="title" idx="2"/>
          </p:nvPr>
        </p:nvSpPr>
        <p:spPr>
          <a:xfrm>
            <a:off x="2177917" y="3909067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2177917" y="4276472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 rot="10800000">
            <a:off x="-26500" y="-17781"/>
            <a:ext cx="12270800" cy="3586800"/>
          </a:xfrm>
          <a:prstGeom prst="triangle">
            <a:avLst>
              <a:gd name="adj" fmla="val 4989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89;p15"/>
          <p:cNvSpPr txBox="1">
            <a:spLocks noGrp="1"/>
          </p:cNvSpPr>
          <p:nvPr>
            <p:ph type="title" idx="3" hasCustomPrompt="1"/>
          </p:nvPr>
        </p:nvSpPr>
        <p:spPr>
          <a:xfrm>
            <a:off x="1087317" y="51850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5"/>
          <p:cNvSpPr txBox="1">
            <a:spLocks noGrp="1"/>
          </p:cNvSpPr>
          <p:nvPr>
            <p:ph type="title" idx="4"/>
          </p:nvPr>
        </p:nvSpPr>
        <p:spPr>
          <a:xfrm>
            <a:off x="2177917" y="5099761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5"/>
          </p:nvPr>
        </p:nvSpPr>
        <p:spPr>
          <a:xfrm>
            <a:off x="2177917" y="5467167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title" idx="6" hasCustomPrompt="1"/>
          </p:nvPr>
        </p:nvSpPr>
        <p:spPr>
          <a:xfrm>
            <a:off x="6058500" y="39943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>
            <a:spLocks noGrp="1"/>
          </p:cNvSpPr>
          <p:nvPr>
            <p:ph type="title" idx="7"/>
          </p:nvPr>
        </p:nvSpPr>
        <p:spPr>
          <a:xfrm>
            <a:off x="7193547" y="3909067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8"/>
          </p:nvPr>
        </p:nvSpPr>
        <p:spPr>
          <a:xfrm>
            <a:off x="7193547" y="4276472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title" idx="9" hasCustomPrompt="1"/>
          </p:nvPr>
        </p:nvSpPr>
        <p:spPr>
          <a:xfrm>
            <a:off x="6058500" y="51850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 idx="13"/>
          </p:nvPr>
        </p:nvSpPr>
        <p:spPr>
          <a:xfrm>
            <a:off x="7193547" y="5099763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14"/>
          </p:nvPr>
        </p:nvSpPr>
        <p:spPr>
          <a:xfrm>
            <a:off x="7193547" y="5467168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98" name="Google Shape;98;p15"/>
          <p:cNvCxnSpPr/>
          <p:nvPr/>
        </p:nvCxnSpPr>
        <p:spPr>
          <a:xfrm rot="10800000">
            <a:off x="-2989300" y="25463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5"/>
          <p:cNvCxnSpPr/>
          <p:nvPr/>
        </p:nvCxnSpPr>
        <p:spPr>
          <a:xfrm rot="10800000" flipH="1">
            <a:off x="8754900" y="25070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" name="Google Shape;100;p15"/>
          <p:cNvSpPr txBox="1">
            <a:spLocks noGrp="1"/>
          </p:cNvSpPr>
          <p:nvPr>
            <p:ph type="title" idx="15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2856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solidFill>
          <a:schemeClr val="accen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6"/>
          <p:cNvCxnSpPr/>
          <p:nvPr/>
        </p:nvCxnSpPr>
        <p:spPr>
          <a:xfrm>
            <a:off x="8466817" y="-20015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rgbClr val="EEEEE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6"/>
          <p:cNvSpPr/>
          <p:nvPr/>
        </p:nvSpPr>
        <p:spPr>
          <a:xfrm>
            <a:off x="-85600" y="5101033"/>
            <a:ext cx="1728000" cy="1843200"/>
          </a:xfrm>
          <a:prstGeom prst="rtTriangle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16"/>
          <p:cNvSpPr/>
          <p:nvPr/>
        </p:nvSpPr>
        <p:spPr>
          <a:xfrm>
            <a:off x="7011867" y="-317233"/>
            <a:ext cx="15205200" cy="7792400"/>
          </a:xfrm>
          <a:prstGeom prst="triangle">
            <a:avLst>
              <a:gd name="adj" fmla="val 50000"/>
            </a:avLst>
          </a:prstGeom>
          <a:solidFill>
            <a:srgbClr val="DBDBD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16"/>
          <p:cNvSpPr/>
          <p:nvPr/>
        </p:nvSpPr>
        <p:spPr>
          <a:xfrm rot="10800000">
            <a:off x="-7185400" y="-2882633"/>
            <a:ext cx="15205200" cy="7792400"/>
          </a:xfrm>
          <a:prstGeom prst="triangle">
            <a:avLst>
              <a:gd name="adj" fmla="val 50000"/>
            </a:avLst>
          </a:prstGeom>
          <a:solidFill>
            <a:srgbClr val="92929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106;p16"/>
          <p:cNvSpPr/>
          <p:nvPr/>
        </p:nvSpPr>
        <p:spPr>
          <a:xfrm>
            <a:off x="6948367" y="5151367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9292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16"/>
          <p:cNvSpPr/>
          <p:nvPr/>
        </p:nvSpPr>
        <p:spPr>
          <a:xfrm rot="10800000">
            <a:off x="1477300" y="-741433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3813600" y="2797579"/>
            <a:ext cx="45648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 idx="2" hasCustomPrompt="1"/>
          </p:nvPr>
        </p:nvSpPr>
        <p:spPr>
          <a:xfrm>
            <a:off x="4057800" y="1376012"/>
            <a:ext cx="40764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4708400" y="4427067"/>
            <a:ext cx="2775200" cy="6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accent5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 flipH="1">
            <a:off x="105598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76067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accent5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6394833" y="-290100"/>
            <a:ext cx="5797200" cy="74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950967" y="916933"/>
            <a:ext cx="5145200" cy="170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1"/>
          </p:nvPr>
        </p:nvSpPr>
        <p:spPr>
          <a:xfrm>
            <a:off x="950967" y="3017733"/>
            <a:ext cx="5145200" cy="30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867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1123800" y="205933"/>
            <a:ext cx="612400" cy="656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7" name="Google Shape;117;p17"/>
          <p:cNvSpPr>
            <a:spLocks noGrp="1"/>
          </p:cNvSpPr>
          <p:nvPr>
            <p:ph type="pic" idx="2"/>
          </p:nvPr>
        </p:nvSpPr>
        <p:spPr>
          <a:xfrm>
            <a:off x="7512533" y="997300"/>
            <a:ext cx="3493200" cy="48576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078319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solidFill>
          <a:schemeClr val="accent5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5797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6698913" y="1920267"/>
            <a:ext cx="45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1"/>
          </p:nvPr>
        </p:nvSpPr>
        <p:spPr>
          <a:xfrm>
            <a:off x="6698913" y="3017733"/>
            <a:ext cx="45344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867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23040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accent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574800" y="927000"/>
            <a:ext cx="11042400" cy="549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4178200" y="-30367"/>
            <a:ext cx="3835600" cy="172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264967" y="3135933"/>
            <a:ext cx="9662000" cy="27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264967" y="1770533"/>
            <a:ext cx="9662000" cy="11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128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accent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1149933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"/>
          </p:nvPr>
        </p:nvSpPr>
        <p:spPr>
          <a:xfrm>
            <a:off x="565933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2"/>
          </p:nvPr>
        </p:nvSpPr>
        <p:spPr>
          <a:xfrm>
            <a:off x="8701007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3"/>
          </p:nvPr>
        </p:nvSpPr>
        <p:spPr>
          <a:xfrm>
            <a:off x="8117001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4"/>
          </p:nvPr>
        </p:nvSpPr>
        <p:spPr>
          <a:xfrm>
            <a:off x="4920200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5"/>
          </p:nvPr>
        </p:nvSpPr>
        <p:spPr>
          <a:xfrm>
            <a:off x="4336197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8542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solidFill>
          <a:schemeClr val="dk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3225700" y="950397"/>
            <a:ext cx="115744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21"/>
          <p:cNvSpPr/>
          <p:nvPr/>
        </p:nvSpPr>
        <p:spPr>
          <a:xfrm rot="10800000">
            <a:off x="-2608100" y="-101603"/>
            <a:ext cx="115744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1116800" y="1818545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2"/>
          </p:nvPr>
        </p:nvSpPr>
        <p:spPr>
          <a:xfrm>
            <a:off x="6939164" y="4704727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40" name="Google Shape;140;p21"/>
          <p:cNvCxnSpPr/>
          <p:nvPr/>
        </p:nvCxnSpPr>
        <p:spPr>
          <a:xfrm>
            <a:off x="-1834333" y="3233164"/>
            <a:ext cx="41060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10451667" y="-83603"/>
            <a:ext cx="41060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6939164" y="3606200"/>
            <a:ext cx="41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title" idx="3"/>
          </p:nvPr>
        </p:nvSpPr>
        <p:spPr>
          <a:xfrm>
            <a:off x="1116800" y="707633"/>
            <a:ext cx="41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1978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solidFill>
          <a:schemeClr val="accent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5400000">
            <a:off x="-4587067" y="-1063800"/>
            <a:ext cx="17676800" cy="89856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22"/>
          <p:cNvSpPr/>
          <p:nvPr/>
        </p:nvSpPr>
        <p:spPr>
          <a:xfrm rot="-5400000">
            <a:off x="5865300" y="-493733"/>
            <a:ext cx="7688000" cy="7454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7" name="Google Shape;147;p22"/>
          <p:cNvSpPr txBox="1">
            <a:spLocks noGrp="1"/>
          </p:cNvSpPr>
          <p:nvPr>
            <p:ph type="ctrTitle"/>
          </p:nvPr>
        </p:nvSpPr>
        <p:spPr>
          <a:xfrm>
            <a:off x="950967" y="974267"/>
            <a:ext cx="4942400" cy="20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40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1"/>
          </p:nvPr>
        </p:nvSpPr>
        <p:spPr>
          <a:xfrm>
            <a:off x="950967" y="3296000"/>
            <a:ext cx="4904000" cy="25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 rot="-2700000">
            <a:off x="5344497" y="-6021020"/>
            <a:ext cx="7688231" cy="7454603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50" name="Google Shape;150;p22"/>
          <p:cNvCxnSpPr/>
          <p:nvPr/>
        </p:nvCxnSpPr>
        <p:spPr>
          <a:xfrm rot="10800000" flipH="1">
            <a:off x="6083400" y="-272100"/>
            <a:ext cx="8013600" cy="824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397982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chemeClr val="dk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 flipH="1">
            <a:off x="2428633" y="3370167"/>
            <a:ext cx="7334800" cy="6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057800" y="2044681"/>
            <a:ext cx="4076400" cy="11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 flipH="1">
            <a:off x="4264200" y="4390916"/>
            <a:ext cx="36636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55" name="Google Shape;155;p23"/>
          <p:cNvCxnSpPr/>
          <p:nvPr/>
        </p:nvCxnSpPr>
        <p:spPr>
          <a:xfrm>
            <a:off x="8466817" y="-20015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Google Shape;156;p23"/>
          <p:cNvSpPr/>
          <p:nvPr/>
        </p:nvSpPr>
        <p:spPr>
          <a:xfrm>
            <a:off x="-85600" y="5101033"/>
            <a:ext cx="1728000" cy="184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7" name="Google Shape;157;p23"/>
          <p:cNvSpPr/>
          <p:nvPr/>
        </p:nvSpPr>
        <p:spPr>
          <a:xfrm>
            <a:off x="7011867" y="-3172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23"/>
          <p:cNvSpPr/>
          <p:nvPr/>
        </p:nvSpPr>
        <p:spPr>
          <a:xfrm rot="10800000">
            <a:off x="-7185400" y="-28826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" name="Google Shape;159;p23"/>
          <p:cNvSpPr/>
          <p:nvPr/>
        </p:nvSpPr>
        <p:spPr>
          <a:xfrm>
            <a:off x="6948367" y="5151367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23"/>
          <p:cNvSpPr/>
          <p:nvPr/>
        </p:nvSpPr>
        <p:spPr>
          <a:xfrm rot="10800000">
            <a:off x="1477300" y="-741433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93409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bg>
      <p:bgPr>
        <a:solidFill>
          <a:schemeClr val="accent5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body" idx="1"/>
          </p:nvPr>
        </p:nvSpPr>
        <p:spPr>
          <a:xfrm>
            <a:off x="5386633" y="2993717"/>
            <a:ext cx="5854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5557333" y="1284100"/>
            <a:ext cx="56836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79298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bg>
      <p:bgPr>
        <a:solidFill>
          <a:schemeClr val="accent6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 rot="-5400000">
            <a:off x="6190588" y="-2231145"/>
            <a:ext cx="10246800" cy="9935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6" name="Google Shape;166;p25"/>
          <p:cNvSpPr/>
          <p:nvPr/>
        </p:nvSpPr>
        <p:spPr>
          <a:xfrm rot="-5400000" flipH="1">
            <a:off x="3788733" y="384067"/>
            <a:ext cx="13521600" cy="60900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950967" y="2169533"/>
            <a:ext cx="6212400" cy="25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8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 rot="5400000">
            <a:off x="-454949" y="-1050849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9" name="Google Shape;169;p25"/>
          <p:cNvSpPr/>
          <p:nvPr/>
        </p:nvSpPr>
        <p:spPr>
          <a:xfrm rot="5400000">
            <a:off x="-581949" y="-1342949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0" name="Google Shape;170;p25"/>
          <p:cNvSpPr/>
          <p:nvPr/>
        </p:nvSpPr>
        <p:spPr>
          <a:xfrm flipH="1">
            <a:off x="7211633" y="6015767"/>
            <a:ext cx="4611200" cy="25652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508002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solidFill>
          <a:schemeClr val="accent5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1844800" y="3076600"/>
            <a:ext cx="8502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title" idx="2"/>
          </p:nvPr>
        </p:nvSpPr>
        <p:spPr>
          <a:xfrm>
            <a:off x="1494500" y="1199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subTitle" idx="1"/>
          </p:nvPr>
        </p:nvSpPr>
        <p:spPr>
          <a:xfrm>
            <a:off x="978900" y="1555832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title" idx="3"/>
          </p:nvPr>
        </p:nvSpPr>
        <p:spPr>
          <a:xfrm>
            <a:off x="1494500" y="4637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subTitle" idx="4"/>
          </p:nvPr>
        </p:nvSpPr>
        <p:spPr>
          <a:xfrm>
            <a:off x="978900" y="4997087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title" idx="5"/>
          </p:nvPr>
        </p:nvSpPr>
        <p:spPr>
          <a:xfrm>
            <a:off x="8085128" y="1199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6"/>
          </p:nvPr>
        </p:nvSpPr>
        <p:spPr>
          <a:xfrm>
            <a:off x="7569533" y="1555832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 idx="7"/>
          </p:nvPr>
        </p:nvSpPr>
        <p:spPr>
          <a:xfrm>
            <a:off x="8085128" y="46375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subTitle" idx="8"/>
          </p:nvPr>
        </p:nvSpPr>
        <p:spPr>
          <a:xfrm>
            <a:off x="7569533" y="4994784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1889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accent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1242267" y="2692957"/>
            <a:ext cx="43372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title" idx="2" hasCustomPrompt="1"/>
          </p:nvPr>
        </p:nvSpPr>
        <p:spPr>
          <a:xfrm>
            <a:off x="1242267" y="1289407"/>
            <a:ext cx="40764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27"/>
          <p:cNvSpPr txBox="1">
            <a:spLocks noGrp="1"/>
          </p:cNvSpPr>
          <p:nvPr>
            <p:ph type="subTitle" idx="1"/>
          </p:nvPr>
        </p:nvSpPr>
        <p:spPr>
          <a:xfrm>
            <a:off x="1242267" y="4434973"/>
            <a:ext cx="2638000" cy="7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185" name="Google Shape;185;p27"/>
          <p:cNvCxnSpPr/>
          <p:nvPr/>
        </p:nvCxnSpPr>
        <p:spPr>
          <a:xfrm>
            <a:off x="3442400" y="-16840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7"/>
          <p:cNvSpPr/>
          <p:nvPr/>
        </p:nvSpPr>
        <p:spPr>
          <a:xfrm>
            <a:off x="-832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508922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solidFill>
          <a:schemeClr val="accent5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0" name="Google Shape;190;p28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1" name="Google Shape;191;p28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047759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accent5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1569100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1"/>
          </p:nvPr>
        </p:nvSpPr>
        <p:spPr>
          <a:xfrm>
            <a:off x="950967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title" idx="2"/>
          </p:nvPr>
        </p:nvSpPr>
        <p:spPr>
          <a:xfrm>
            <a:off x="8624265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3"/>
          </p:nvPr>
        </p:nvSpPr>
        <p:spPr>
          <a:xfrm>
            <a:off x="8006244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4"/>
          </p:nvPr>
        </p:nvSpPr>
        <p:spPr>
          <a:xfrm>
            <a:off x="5096600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5"/>
          </p:nvPr>
        </p:nvSpPr>
        <p:spPr>
          <a:xfrm>
            <a:off x="4478600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4264600" y="5019555"/>
            <a:ext cx="3637200" cy="1888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 idx="6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09903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bg>
      <p:bgPr>
        <a:solidFill>
          <a:schemeClr val="accent5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 rot="5400000" flipH="1">
            <a:off x="-4226800" y="129233"/>
            <a:ext cx="14234800" cy="6410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7495800" y="13763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7060800" y="1701500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950967" y="3039600"/>
            <a:ext cx="4438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3"/>
          </p:nvPr>
        </p:nvSpPr>
        <p:spPr>
          <a:xfrm>
            <a:off x="7495800" y="328108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4"/>
          </p:nvPr>
        </p:nvSpPr>
        <p:spPr>
          <a:xfrm>
            <a:off x="7060800" y="3612629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5"/>
          </p:nvPr>
        </p:nvSpPr>
        <p:spPr>
          <a:xfrm>
            <a:off x="7495800" y="5169892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subTitle" idx="6"/>
          </p:nvPr>
        </p:nvSpPr>
        <p:spPr>
          <a:xfrm>
            <a:off x="7060800" y="5501443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10" name="Google Shape;210;p30"/>
          <p:cNvSpPr/>
          <p:nvPr/>
        </p:nvSpPr>
        <p:spPr>
          <a:xfrm rot="10800000">
            <a:off x="9312167" y="-819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1" name="Google Shape;211;p30"/>
          <p:cNvSpPr/>
          <p:nvPr/>
        </p:nvSpPr>
        <p:spPr>
          <a:xfrm rot="10800000">
            <a:off x="9392167" y="-9461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2" name="Google Shape;212;p30"/>
          <p:cNvSpPr/>
          <p:nvPr/>
        </p:nvSpPr>
        <p:spPr>
          <a:xfrm flipH="1">
            <a:off x="10617867" y="5318167"/>
            <a:ext cx="1807200" cy="17524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9784267" y="5674667"/>
            <a:ext cx="3884400" cy="18220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165778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accent5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-696633" y="4574267"/>
            <a:ext cx="3056800" cy="2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31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 rot="10800000">
            <a:off x="9682400" y="-736700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31"/>
          <p:cNvSpPr/>
          <p:nvPr/>
        </p:nvSpPr>
        <p:spPr>
          <a:xfrm flipH="1">
            <a:off x="-3151233" y="59878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" name="Google Shape;219;p31"/>
          <p:cNvSpPr/>
          <p:nvPr/>
        </p:nvSpPr>
        <p:spPr>
          <a:xfrm rot="-5400000" flipH="1">
            <a:off x="10612067" y="450167"/>
            <a:ext cx="3276400" cy="153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211834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accent5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>
            <a:spLocks noGrp="1"/>
          </p:cNvSpPr>
          <p:nvPr>
            <p:ph type="title"/>
          </p:nvPr>
        </p:nvSpPr>
        <p:spPr>
          <a:xfrm>
            <a:off x="1275167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2" name="Google Shape;222;p32"/>
          <p:cNvSpPr txBox="1">
            <a:spLocks noGrp="1"/>
          </p:cNvSpPr>
          <p:nvPr>
            <p:ph type="subTitle" idx="1"/>
          </p:nvPr>
        </p:nvSpPr>
        <p:spPr>
          <a:xfrm>
            <a:off x="950967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title" idx="2"/>
          </p:nvPr>
        </p:nvSpPr>
        <p:spPr>
          <a:xfrm>
            <a:off x="8705233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4" name="Google Shape;224;p32"/>
          <p:cNvSpPr txBox="1">
            <a:spLocks noGrp="1"/>
          </p:cNvSpPr>
          <p:nvPr>
            <p:ph type="subTitle" idx="3"/>
          </p:nvPr>
        </p:nvSpPr>
        <p:spPr>
          <a:xfrm>
            <a:off x="8407033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title" idx="4"/>
          </p:nvPr>
        </p:nvSpPr>
        <p:spPr>
          <a:xfrm>
            <a:off x="5003200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" name="Google Shape;226;p32"/>
          <p:cNvSpPr txBox="1">
            <a:spLocks noGrp="1"/>
          </p:cNvSpPr>
          <p:nvPr>
            <p:ph type="subTitle" idx="5"/>
          </p:nvPr>
        </p:nvSpPr>
        <p:spPr>
          <a:xfrm>
            <a:off x="4679000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85825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solidFill>
          <a:schemeClr val="accent5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>
            <a:spLocks noGrp="1"/>
          </p:cNvSpPr>
          <p:nvPr>
            <p:ph type="title"/>
          </p:nvPr>
        </p:nvSpPr>
        <p:spPr>
          <a:xfrm>
            <a:off x="2741587" y="27657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0" name="Google Shape;230;p33"/>
          <p:cNvSpPr txBox="1">
            <a:spLocks noGrp="1"/>
          </p:cNvSpPr>
          <p:nvPr>
            <p:ph type="subTitle" idx="1"/>
          </p:nvPr>
        </p:nvSpPr>
        <p:spPr>
          <a:xfrm>
            <a:off x="2741589" y="31099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title" idx="2"/>
          </p:nvPr>
        </p:nvSpPr>
        <p:spPr>
          <a:xfrm>
            <a:off x="2741587" y="4537232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3"/>
          </p:nvPr>
        </p:nvSpPr>
        <p:spPr>
          <a:xfrm>
            <a:off x="2741589" y="48814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title" idx="4"/>
          </p:nvPr>
        </p:nvSpPr>
        <p:spPr>
          <a:xfrm>
            <a:off x="7259552" y="27657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subTitle" idx="5"/>
          </p:nvPr>
        </p:nvSpPr>
        <p:spPr>
          <a:xfrm>
            <a:off x="7259552" y="31099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5" name="Google Shape;235;p33"/>
          <p:cNvSpPr txBox="1">
            <a:spLocks noGrp="1"/>
          </p:cNvSpPr>
          <p:nvPr>
            <p:ph type="title" idx="6"/>
          </p:nvPr>
        </p:nvSpPr>
        <p:spPr>
          <a:xfrm>
            <a:off x="7259552" y="45372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6" name="Google Shape;236;p33"/>
          <p:cNvSpPr txBox="1">
            <a:spLocks noGrp="1"/>
          </p:cNvSpPr>
          <p:nvPr>
            <p:ph type="subTitle" idx="7"/>
          </p:nvPr>
        </p:nvSpPr>
        <p:spPr>
          <a:xfrm>
            <a:off x="7259552" y="48814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>
            <a:off x="-19497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39" name="Google Shape;239;p33"/>
          <p:cNvSpPr/>
          <p:nvPr/>
        </p:nvSpPr>
        <p:spPr>
          <a:xfrm rot="10800000">
            <a:off x="81770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40" name="Google Shape;240;p33"/>
          <p:cNvSpPr txBox="1">
            <a:spLocks noGrp="1"/>
          </p:cNvSpPr>
          <p:nvPr>
            <p:ph type="title" idx="8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8005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Title and six columns ">
    <p:bg>
      <p:bgPr>
        <a:solidFill>
          <a:schemeClr val="accent5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/>
          <p:nvPr/>
        </p:nvSpPr>
        <p:spPr>
          <a:xfrm>
            <a:off x="-4647467" y="2249333"/>
            <a:ext cx="98708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3" name="Google Shape;243;p34"/>
          <p:cNvSpPr/>
          <p:nvPr/>
        </p:nvSpPr>
        <p:spPr>
          <a:xfrm>
            <a:off x="1039500" y="1911733"/>
            <a:ext cx="10316400" cy="422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391705" y="2440767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subTitle" idx="1"/>
          </p:nvPr>
        </p:nvSpPr>
        <p:spPr>
          <a:xfrm>
            <a:off x="1412305" y="285371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title" idx="2"/>
          </p:nvPr>
        </p:nvSpPr>
        <p:spPr>
          <a:xfrm>
            <a:off x="1391705" y="4374468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3"/>
          </p:nvPr>
        </p:nvSpPr>
        <p:spPr>
          <a:xfrm>
            <a:off x="1412305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48" name="Google Shape;248;p34"/>
          <p:cNvSpPr txBox="1">
            <a:spLocks noGrp="1"/>
          </p:cNvSpPr>
          <p:nvPr>
            <p:ph type="title" idx="4"/>
          </p:nvPr>
        </p:nvSpPr>
        <p:spPr>
          <a:xfrm>
            <a:off x="4841813" y="2440767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49" name="Google Shape;249;p34"/>
          <p:cNvSpPr txBox="1">
            <a:spLocks noGrp="1"/>
          </p:cNvSpPr>
          <p:nvPr>
            <p:ph type="subTitle" idx="5"/>
          </p:nvPr>
        </p:nvSpPr>
        <p:spPr>
          <a:xfrm>
            <a:off x="4852013" y="28537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0" name="Google Shape;250;p34"/>
          <p:cNvSpPr txBox="1">
            <a:spLocks noGrp="1"/>
          </p:cNvSpPr>
          <p:nvPr>
            <p:ph type="title" idx="6"/>
          </p:nvPr>
        </p:nvSpPr>
        <p:spPr>
          <a:xfrm>
            <a:off x="4841813" y="4374468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subTitle" idx="7"/>
          </p:nvPr>
        </p:nvSpPr>
        <p:spPr>
          <a:xfrm>
            <a:off x="4852013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2" name="Google Shape;252;p34"/>
          <p:cNvSpPr txBox="1">
            <a:spLocks noGrp="1"/>
          </p:cNvSpPr>
          <p:nvPr>
            <p:ph type="title" idx="8"/>
          </p:nvPr>
        </p:nvSpPr>
        <p:spPr>
          <a:xfrm>
            <a:off x="8286836" y="2440767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3" name="Google Shape;253;p34"/>
          <p:cNvSpPr txBox="1">
            <a:spLocks noGrp="1"/>
          </p:cNvSpPr>
          <p:nvPr>
            <p:ph type="subTitle" idx="9"/>
          </p:nvPr>
        </p:nvSpPr>
        <p:spPr>
          <a:xfrm>
            <a:off x="8292836" y="28537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title" idx="13"/>
          </p:nvPr>
        </p:nvSpPr>
        <p:spPr>
          <a:xfrm>
            <a:off x="8286836" y="4374468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subTitle" idx="14"/>
          </p:nvPr>
        </p:nvSpPr>
        <p:spPr>
          <a:xfrm>
            <a:off x="8292836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56" name="Google Shape;256;p34"/>
          <p:cNvSpPr txBox="1">
            <a:spLocks noGrp="1"/>
          </p:cNvSpPr>
          <p:nvPr>
            <p:ph type="title" idx="15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7234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bg>
      <p:bgPr>
        <a:solidFill>
          <a:srgbClr val="191919">
            <a:alpha val="0"/>
          </a:srgbClr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>
            <a:spLocks noGrp="1"/>
          </p:cNvSpPr>
          <p:nvPr>
            <p:ph type="title"/>
          </p:nvPr>
        </p:nvSpPr>
        <p:spPr>
          <a:xfrm>
            <a:off x="950967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59" name="Google Shape;259;p35"/>
          <p:cNvSpPr txBox="1">
            <a:spLocks noGrp="1"/>
          </p:cNvSpPr>
          <p:nvPr>
            <p:ph type="subTitle" idx="1"/>
          </p:nvPr>
        </p:nvSpPr>
        <p:spPr>
          <a:xfrm>
            <a:off x="950967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0" name="Google Shape;260;p35"/>
          <p:cNvSpPr/>
          <p:nvPr/>
        </p:nvSpPr>
        <p:spPr>
          <a:xfrm flipH="1">
            <a:off x="9338833" y="33729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61" name="Google Shape;261;p35"/>
          <p:cNvSpPr/>
          <p:nvPr/>
        </p:nvSpPr>
        <p:spPr>
          <a:xfrm flipH="1">
            <a:off x="9592833" y="35380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62" name="Google Shape;262;p35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4" name="Google Shape;264;p35"/>
          <p:cNvSpPr txBox="1">
            <a:spLocks noGrp="1"/>
          </p:cNvSpPr>
          <p:nvPr>
            <p:ph type="title" idx="2"/>
          </p:nvPr>
        </p:nvSpPr>
        <p:spPr>
          <a:xfrm>
            <a:off x="3560477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5" name="Google Shape;265;p35"/>
          <p:cNvSpPr txBox="1">
            <a:spLocks noGrp="1"/>
          </p:cNvSpPr>
          <p:nvPr>
            <p:ph type="subTitle" idx="3"/>
          </p:nvPr>
        </p:nvSpPr>
        <p:spPr>
          <a:xfrm>
            <a:off x="3560477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title" idx="4"/>
          </p:nvPr>
        </p:nvSpPr>
        <p:spPr>
          <a:xfrm>
            <a:off x="6169988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7" name="Google Shape;267;p35"/>
          <p:cNvSpPr txBox="1">
            <a:spLocks noGrp="1"/>
          </p:cNvSpPr>
          <p:nvPr>
            <p:ph type="subTitle" idx="5"/>
          </p:nvPr>
        </p:nvSpPr>
        <p:spPr>
          <a:xfrm>
            <a:off x="6169988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title" idx="6"/>
          </p:nvPr>
        </p:nvSpPr>
        <p:spPr>
          <a:xfrm>
            <a:off x="8779499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subTitle" idx="7"/>
          </p:nvPr>
        </p:nvSpPr>
        <p:spPr>
          <a:xfrm>
            <a:off x="8779499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70" name="Google Shape;270;p35"/>
          <p:cNvSpPr txBox="1">
            <a:spLocks noGrp="1"/>
          </p:cNvSpPr>
          <p:nvPr>
            <p:ph type="title" idx="8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53835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accent5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>
            <a:spLocks noGrp="1"/>
          </p:cNvSpPr>
          <p:nvPr>
            <p:ph type="title"/>
          </p:nvPr>
        </p:nvSpPr>
        <p:spPr>
          <a:xfrm>
            <a:off x="5680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3" name="Google Shape;273;p36"/>
          <p:cNvSpPr/>
          <p:nvPr/>
        </p:nvSpPr>
        <p:spPr>
          <a:xfrm rot="10800000">
            <a:off x="9210567" y="-10780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74" name="Google Shape;274;p36"/>
          <p:cNvSpPr/>
          <p:nvPr/>
        </p:nvSpPr>
        <p:spPr>
          <a:xfrm rot="10800000">
            <a:off x="9290567" y="-12050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96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solidFill>
          <a:schemeClr val="accent5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7695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 rot="10800000">
            <a:off x="-3327000" y="-1180533"/>
            <a:ext cx="5757200" cy="2950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24700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Title and three columns 5">
    <p:bg>
      <p:bgPr>
        <a:solidFill>
          <a:schemeClr val="accent5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2"/>
          </p:nvPr>
        </p:nvSpPr>
        <p:spPr>
          <a:xfrm>
            <a:off x="1712908" y="4360033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"/>
          </p:nvPr>
        </p:nvSpPr>
        <p:spPr>
          <a:xfrm>
            <a:off x="1254108" y="4721593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3"/>
          </p:nvPr>
        </p:nvSpPr>
        <p:spPr>
          <a:xfrm>
            <a:off x="8932692" y="4343300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subTitle" idx="4"/>
          </p:nvPr>
        </p:nvSpPr>
        <p:spPr>
          <a:xfrm>
            <a:off x="8473892" y="4693476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title" idx="5"/>
          </p:nvPr>
        </p:nvSpPr>
        <p:spPr>
          <a:xfrm>
            <a:off x="5320029" y="4360033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subTitle" idx="6"/>
          </p:nvPr>
        </p:nvSpPr>
        <p:spPr>
          <a:xfrm>
            <a:off x="4861229" y="4721593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414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solidFill>
          <a:schemeClr val="accent5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88" name="Google Shape;288;p39"/>
          <p:cNvSpPr/>
          <p:nvPr/>
        </p:nvSpPr>
        <p:spPr>
          <a:xfrm rot="10800000" flipH="1">
            <a:off x="-383667" y="-151700"/>
            <a:ext cx="3971600" cy="4110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9" name="Google Shape;289;p39"/>
          <p:cNvSpPr/>
          <p:nvPr/>
        </p:nvSpPr>
        <p:spPr>
          <a:xfrm>
            <a:off x="6678633" y="2249333"/>
            <a:ext cx="98708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249553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accent5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/>
          <p:nvPr/>
        </p:nvSpPr>
        <p:spPr>
          <a:xfrm flipH="1">
            <a:off x="5944916" y="-1257300"/>
            <a:ext cx="11000800" cy="106664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92" name="Google Shape;292;p40"/>
          <p:cNvSpPr/>
          <p:nvPr/>
        </p:nvSpPr>
        <p:spPr>
          <a:xfrm>
            <a:off x="44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3" name="Google Shape;293;p40"/>
          <p:cNvSpPr/>
          <p:nvPr/>
        </p:nvSpPr>
        <p:spPr>
          <a:xfrm>
            <a:off x="7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4" name="Google Shape;294;p40"/>
          <p:cNvSpPr/>
          <p:nvPr/>
        </p:nvSpPr>
        <p:spPr>
          <a:xfrm>
            <a:off x="81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5" name="Google Shape;295;p40"/>
          <p:cNvSpPr txBox="1">
            <a:spLocks noGrp="1"/>
          </p:cNvSpPr>
          <p:nvPr>
            <p:ph type="subTitle" idx="1"/>
          </p:nvPr>
        </p:nvSpPr>
        <p:spPr>
          <a:xfrm>
            <a:off x="871599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2"/>
          </p:nvPr>
        </p:nvSpPr>
        <p:spPr>
          <a:xfrm>
            <a:off x="4586232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subTitle" idx="3"/>
          </p:nvPr>
        </p:nvSpPr>
        <p:spPr>
          <a:xfrm>
            <a:off x="8271601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title" hasCustomPrompt="1"/>
          </p:nvPr>
        </p:nvSpPr>
        <p:spPr>
          <a:xfrm>
            <a:off x="784399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 hasCustomPrompt="1"/>
          </p:nvPr>
        </p:nvSpPr>
        <p:spPr>
          <a:xfrm>
            <a:off x="4484400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40"/>
          <p:cNvSpPr txBox="1">
            <a:spLocks noGrp="1"/>
          </p:cNvSpPr>
          <p:nvPr>
            <p:ph type="title" idx="5" hasCustomPrompt="1"/>
          </p:nvPr>
        </p:nvSpPr>
        <p:spPr>
          <a:xfrm>
            <a:off x="8184401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02" name="Google Shape;302;p40"/>
          <p:cNvSpPr/>
          <p:nvPr/>
        </p:nvSpPr>
        <p:spPr>
          <a:xfrm flipH="1">
            <a:off x="9559600" y="31892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03" name="Google Shape;303;p40"/>
          <p:cNvSpPr/>
          <p:nvPr/>
        </p:nvSpPr>
        <p:spPr>
          <a:xfrm rot="10800000" flipH="1">
            <a:off x="-1016567" y="-15763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04" name="Google Shape;304;p40"/>
          <p:cNvSpPr/>
          <p:nvPr/>
        </p:nvSpPr>
        <p:spPr>
          <a:xfrm rot="10800000" flipH="1">
            <a:off x="-2241867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040505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dk1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>
            <a:spLocks noGrp="1"/>
          </p:cNvSpPr>
          <p:nvPr>
            <p:ph type="subTitle" idx="1"/>
          </p:nvPr>
        </p:nvSpPr>
        <p:spPr>
          <a:xfrm>
            <a:off x="951000" y="1686172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title" hasCustomPrompt="1"/>
          </p:nvPr>
        </p:nvSpPr>
        <p:spPr>
          <a:xfrm>
            <a:off x="950969" y="853095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41"/>
          <p:cNvSpPr txBox="1">
            <a:spLocks noGrp="1"/>
          </p:cNvSpPr>
          <p:nvPr>
            <p:ph type="subTitle" idx="2"/>
          </p:nvPr>
        </p:nvSpPr>
        <p:spPr>
          <a:xfrm>
            <a:off x="951000" y="3602539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title" idx="3" hasCustomPrompt="1"/>
          </p:nvPr>
        </p:nvSpPr>
        <p:spPr>
          <a:xfrm>
            <a:off x="950969" y="2769461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0" name="Google Shape;310;p41"/>
          <p:cNvSpPr txBox="1">
            <a:spLocks noGrp="1"/>
          </p:cNvSpPr>
          <p:nvPr>
            <p:ph type="subTitle" idx="4"/>
          </p:nvPr>
        </p:nvSpPr>
        <p:spPr>
          <a:xfrm>
            <a:off x="951000" y="5518905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11" name="Google Shape;311;p41"/>
          <p:cNvSpPr txBox="1">
            <a:spLocks noGrp="1"/>
          </p:cNvSpPr>
          <p:nvPr>
            <p:ph type="title" idx="5" hasCustomPrompt="1"/>
          </p:nvPr>
        </p:nvSpPr>
        <p:spPr>
          <a:xfrm>
            <a:off x="950969" y="4685828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2" name="Google Shape;312;p41"/>
          <p:cNvSpPr/>
          <p:nvPr/>
        </p:nvSpPr>
        <p:spPr>
          <a:xfrm rot="10800000">
            <a:off x="7884867" y="-548500"/>
            <a:ext cx="70188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3" name="Google Shape;313;p41"/>
          <p:cNvSpPr/>
          <p:nvPr/>
        </p:nvSpPr>
        <p:spPr>
          <a:xfrm>
            <a:off x="-6922433" y="3080667"/>
            <a:ext cx="98708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4" name="Google Shape;314;p41"/>
          <p:cNvSpPr/>
          <p:nvPr/>
        </p:nvSpPr>
        <p:spPr>
          <a:xfrm flipH="1">
            <a:off x="-1232133" y="5330600"/>
            <a:ext cx="4439600" cy="2082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042712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17" name="Google Shape;317;p42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18" name="Google Shape;318;p42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19" name="Google Shape;319;p42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2"/>
          </p:nvPr>
        </p:nvSpPr>
        <p:spPr>
          <a:xfrm>
            <a:off x="1237400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1"/>
          </p:nvPr>
        </p:nvSpPr>
        <p:spPr>
          <a:xfrm>
            <a:off x="1011800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3"/>
          </p:nvPr>
        </p:nvSpPr>
        <p:spPr>
          <a:xfrm>
            <a:off x="8915769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3" name="Google Shape;323;p42"/>
          <p:cNvSpPr txBox="1">
            <a:spLocks noGrp="1"/>
          </p:cNvSpPr>
          <p:nvPr>
            <p:ph type="subTitle" idx="4"/>
          </p:nvPr>
        </p:nvSpPr>
        <p:spPr>
          <a:xfrm>
            <a:off x="8690163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4" name="Google Shape;324;p42"/>
          <p:cNvSpPr txBox="1">
            <a:spLocks noGrp="1"/>
          </p:cNvSpPr>
          <p:nvPr>
            <p:ph type="title" idx="5"/>
          </p:nvPr>
        </p:nvSpPr>
        <p:spPr>
          <a:xfrm>
            <a:off x="5086835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5" name="Google Shape;325;p42"/>
          <p:cNvSpPr txBox="1">
            <a:spLocks noGrp="1"/>
          </p:cNvSpPr>
          <p:nvPr>
            <p:ph type="subTitle" idx="6"/>
          </p:nvPr>
        </p:nvSpPr>
        <p:spPr>
          <a:xfrm>
            <a:off x="4861228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26" name="Google Shape;326;p42"/>
          <p:cNvSpPr txBox="1">
            <a:spLocks noGrp="1"/>
          </p:cNvSpPr>
          <p:nvPr>
            <p:ph type="title" idx="7" hasCustomPrompt="1"/>
          </p:nvPr>
        </p:nvSpPr>
        <p:spPr>
          <a:xfrm>
            <a:off x="5342017" y="3330500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42"/>
          <p:cNvSpPr txBox="1">
            <a:spLocks noGrp="1"/>
          </p:cNvSpPr>
          <p:nvPr>
            <p:ph type="title" idx="8" hasCustomPrompt="1"/>
          </p:nvPr>
        </p:nvSpPr>
        <p:spPr>
          <a:xfrm>
            <a:off x="1489800" y="3330497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8" name="Google Shape;328;p42"/>
          <p:cNvSpPr txBox="1">
            <a:spLocks noGrp="1"/>
          </p:cNvSpPr>
          <p:nvPr>
            <p:ph type="title" idx="9" hasCustomPrompt="1"/>
          </p:nvPr>
        </p:nvSpPr>
        <p:spPr>
          <a:xfrm>
            <a:off x="9168151" y="3330497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83667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/>
          <p:nvPr/>
        </p:nvSpPr>
        <p:spPr>
          <a:xfrm>
            <a:off x="5554133" y="3760568"/>
            <a:ext cx="10769600" cy="5167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1" name="Google Shape;331;p43"/>
          <p:cNvSpPr/>
          <p:nvPr/>
        </p:nvSpPr>
        <p:spPr>
          <a:xfrm rot="10800000">
            <a:off x="-1342033" y="-392933"/>
            <a:ext cx="5372400" cy="25780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/>
          </p:nvPr>
        </p:nvSpPr>
        <p:spPr>
          <a:xfrm>
            <a:off x="951000" y="896984"/>
            <a:ext cx="10290000" cy="17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6667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body" idx="1"/>
          </p:nvPr>
        </p:nvSpPr>
        <p:spPr>
          <a:xfrm>
            <a:off x="4091000" y="2839364"/>
            <a:ext cx="4010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34" name="Google Shape;334;p43"/>
          <p:cNvSpPr txBox="1"/>
          <p:nvPr/>
        </p:nvSpPr>
        <p:spPr>
          <a:xfrm>
            <a:off x="3311400" y="4523533"/>
            <a:ext cx="5569200" cy="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icons, infographics &amp; images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467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2"/>
          </p:nvPr>
        </p:nvSpPr>
        <p:spPr>
          <a:xfrm>
            <a:off x="4092233" y="2457500"/>
            <a:ext cx="4010000" cy="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01124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bg>
      <p:bgPr>
        <a:solidFill>
          <a:schemeClr val="accent5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38" name="Google Shape;338;p44"/>
          <p:cNvSpPr/>
          <p:nvPr/>
        </p:nvSpPr>
        <p:spPr>
          <a:xfrm flipH="1">
            <a:off x="9884933" y="3309467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1232733" y="-1805433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0" name="Google Shape;340;p44"/>
          <p:cNvSpPr/>
          <p:nvPr/>
        </p:nvSpPr>
        <p:spPr>
          <a:xfrm rot="10800000" flipH="1">
            <a:off x="-2662300" y="-26475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1" name="Google Shape;341;p44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102812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26299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bg>
      <p:bgPr>
        <a:solidFill>
          <a:schemeClr val="accent5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 txBox="1">
            <a:spLocks noGrp="1"/>
          </p:cNvSpPr>
          <p:nvPr>
            <p:ph type="title"/>
          </p:nvPr>
        </p:nvSpPr>
        <p:spPr>
          <a:xfrm>
            <a:off x="6096000" y="2316900"/>
            <a:ext cx="4848800" cy="18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4" name="Google Shape;344;p45"/>
          <p:cNvSpPr txBox="1">
            <a:spLocks noGrp="1"/>
          </p:cNvSpPr>
          <p:nvPr>
            <p:ph type="title" idx="2" hasCustomPrompt="1"/>
          </p:nvPr>
        </p:nvSpPr>
        <p:spPr>
          <a:xfrm>
            <a:off x="6868233" y="566357"/>
            <a:ext cx="4076400" cy="195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" name="Google Shape;345;p45"/>
          <p:cNvSpPr txBox="1">
            <a:spLocks noGrp="1"/>
          </p:cNvSpPr>
          <p:nvPr>
            <p:ph type="subTitle" idx="1"/>
          </p:nvPr>
        </p:nvSpPr>
        <p:spPr>
          <a:xfrm>
            <a:off x="7156633" y="4427067"/>
            <a:ext cx="3788000" cy="1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cxnSp>
        <p:nvCxnSpPr>
          <p:cNvPr id="346" name="Google Shape;346;p45"/>
          <p:cNvCxnSpPr/>
          <p:nvPr/>
        </p:nvCxnSpPr>
        <p:spPr>
          <a:xfrm flipH="1">
            <a:off x="3752200" y="-16840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45"/>
          <p:cNvSpPr/>
          <p:nvPr/>
        </p:nvSpPr>
        <p:spPr>
          <a:xfrm flipH="1">
            <a:off x="105598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488083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1_Title and text 9">
    <p:bg>
      <p:bgPr>
        <a:solidFill>
          <a:schemeClr val="dk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>
            <a:spLocks noGrp="1"/>
          </p:cNvSpPr>
          <p:nvPr>
            <p:ph type="body" idx="1"/>
          </p:nvPr>
        </p:nvSpPr>
        <p:spPr>
          <a:xfrm>
            <a:off x="950967" y="3130467"/>
            <a:ext cx="6588800" cy="30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0" name="Google Shape;350;p46"/>
          <p:cNvSpPr txBox="1">
            <a:spLocks noGrp="1"/>
          </p:cNvSpPr>
          <p:nvPr>
            <p:ph type="title"/>
          </p:nvPr>
        </p:nvSpPr>
        <p:spPr>
          <a:xfrm>
            <a:off x="950967" y="1414700"/>
            <a:ext cx="6958400" cy="13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1" name="Google Shape;351;p46"/>
          <p:cNvSpPr/>
          <p:nvPr/>
        </p:nvSpPr>
        <p:spPr>
          <a:xfrm rot="5400000">
            <a:off x="-1014683" y="-1054016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2" name="Google Shape;352;p46"/>
          <p:cNvSpPr/>
          <p:nvPr/>
        </p:nvSpPr>
        <p:spPr>
          <a:xfrm rot="5400000">
            <a:off x="-1141683" y="-1346116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3" name="Google Shape;353;p46"/>
          <p:cNvSpPr/>
          <p:nvPr/>
        </p:nvSpPr>
        <p:spPr>
          <a:xfrm rot="-5400000">
            <a:off x="3862467" y="384000"/>
            <a:ext cx="13521600" cy="6090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778810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2">
  <p:cSld name="Section title and description 2">
    <p:bg>
      <p:bgPr>
        <a:solidFill>
          <a:schemeClr val="accent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/>
          <p:nvPr/>
        </p:nvSpPr>
        <p:spPr>
          <a:xfrm rot="5400000">
            <a:off x="-85900" y="85800"/>
            <a:ext cx="5657600" cy="54860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6" name="Google Shape;356;p47"/>
          <p:cNvSpPr/>
          <p:nvPr/>
        </p:nvSpPr>
        <p:spPr>
          <a:xfrm rot="-5400000" flipH="1">
            <a:off x="6588933" y="35367"/>
            <a:ext cx="5819600" cy="56368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7" name="Google Shape;357;p47"/>
          <p:cNvSpPr txBox="1">
            <a:spLocks noGrp="1"/>
          </p:cNvSpPr>
          <p:nvPr>
            <p:ph type="ctrTitle"/>
          </p:nvPr>
        </p:nvSpPr>
        <p:spPr>
          <a:xfrm>
            <a:off x="2254400" y="2276300"/>
            <a:ext cx="7683200" cy="195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10666" b="1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8" name="Google Shape;358;p47"/>
          <p:cNvSpPr txBox="1">
            <a:spLocks noGrp="1"/>
          </p:cNvSpPr>
          <p:nvPr>
            <p:ph type="subTitle" idx="1"/>
          </p:nvPr>
        </p:nvSpPr>
        <p:spPr>
          <a:xfrm>
            <a:off x="1908233" y="4445733"/>
            <a:ext cx="8375200" cy="15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249406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1_Title and two columns">
    <p:bg>
      <p:bgPr>
        <a:solidFill>
          <a:schemeClr val="accent5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>
            <a:spLocks noGrp="1"/>
          </p:cNvSpPr>
          <p:nvPr>
            <p:ph type="subTitle" idx="1"/>
          </p:nvPr>
        </p:nvSpPr>
        <p:spPr>
          <a:xfrm>
            <a:off x="1111903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61" name="Google Shape;361;p48"/>
          <p:cNvSpPr txBox="1">
            <a:spLocks noGrp="1"/>
          </p:cNvSpPr>
          <p:nvPr>
            <p:ph type="subTitle" idx="2"/>
          </p:nvPr>
        </p:nvSpPr>
        <p:spPr>
          <a:xfrm>
            <a:off x="6945697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62" name="Google Shape;362;p48"/>
          <p:cNvSpPr txBox="1">
            <a:spLocks noGrp="1"/>
          </p:cNvSpPr>
          <p:nvPr>
            <p:ph type="title"/>
          </p:nvPr>
        </p:nvSpPr>
        <p:spPr>
          <a:xfrm>
            <a:off x="2073303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3" name="Google Shape;363;p48"/>
          <p:cNvSpPr txBox="1">
            <a:spLocks noGrp="1"/>
          </p:cNvSpPr>
          <p:nvPr>
            <p:ph type="title" idx="3"/>
          </p:nvPr>
        </p:nvSpPr>
        <p:spPr>
          <a:xfrm>
            <a:off x="7907097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64" name="Google Shape;364;p48"/>
          <p:cNvSpPr/>
          <p:nvPr/>
        </p:nvSpPr>
        <p:spPr>
          <a:xfrm rot="10800000">
            <a:off x="4784600" y="-30167"/>
            <a:ext cx="2622800" cy="1181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368746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bg>
      <p:bgPr>
        <a:solidFill>
          <a:schemeClr val="accent5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/>
          <p:nvPr/>
        </p:nvSpPr>
        <p:spPr>
          <a:xfrm rot="-5400000">
            <a:off x="6981400" y="1724733"/>
            <a:ext cx="5233200" cy="5188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7" name="Google Shape;367;p49"/>
          <p:cNvSpPr/>
          <p:nvPr/>
        </p:nvSpPr>
        <p:spPr>
          <a:xfrm rot="10800000" flipH="1">
            <a:off x="50500" y="200"/>
            <a:ext cx="12141600" cy="59596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8" name="Google Shape;368;p49"/>
          <p:cNvSpPr/>
          <p:nvPr/>
        </p:nvSpPr>
        <p:spPr>
          <a:xfrm flipH="1">
            <a:off x="4774400" y="1849700"/>
            <a:ext cx="12739200" cy="6479600"/>
          </a:xfrm>
          <a:prstGeom prst="triangle">
            <a:avLst>
              <a:gd name="adj" fmla="val 4942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9" name="Google Shape;369;p49"/>
          <p:cNvSpPr txBox="1">
            <a:spLocks noGrp="1"/>
          </p:cNvSpPr>
          <p:nvPr>
            <p:ph type="ctrTitle"/>
          </p:nvPr>
        </p:nvSpPr>
        <p:spPr>
          <a:xfrm>
            <a:off x="1089100" y="1642733"/>
            <a:ext cx="76832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0" name="Google Shape;370;p49"/>
          <p:cNvSpPr txBox="1">
            <a:spLocks noGrp="1"/>
          </p:cNvSpPr>
          <p:nvPr>
            <p:ph type="subTitle" idx="1"/>
          </p:nvPr>
        </p:nvSpPr>
        <p:spPr>
          <a:xfrm>
            <a:off x="1089100" y="2497833"/>
            <a:ext cx="7683200" cy="20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496283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 2">
    <p:bg>
      <p:bgPr>
        <a:solidFill>
          <a:schemeClr val="accent5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/>
          <p:nvPr/>
        </p:nvSpPr>
        <p:spPr>
          <a:xfrm>
            <a:off x="-67" y="7467"/>
            <a:ext cx="12192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3" name="Google Shape;373;p50"/>
          <p:cNvSpPr/>
          <p:nvPr/>
        </p:nvSpPr>
        <p:spPr>
          <a:xfrm>
            <a:off x="5749867" y="4892367"/>
            <a:ext cx="65152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4" name="Google Shape;374;p50"/>
          <p:cNvSpPr txBox="1">
            <a:spLocks noGrp="1"/>
          </p:cNvSpPr>
          <p:nvPr>
            <p:ph type="title"/>
          </p:nvPr>
        </p:nvSpPr>
        <p:spPr>
          <a:xfrm>
            <a:off x="6096000" y="4972767"/>
            <a:ext cx="5145200" cy="10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75" name="Google Shape;375;p50"/>
          <p:cNvSpPr/>
          <p:nvPr/>
        </p:nvSpPr>
        <p:spPr>
          <a:xfrm rot="5400000">
            <a:off x="-454949" y="-1050849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76" name="Google Shape;376;p50"/>
          <p:cNvSpPr/>
          <p:nvPr/>
        </p:nvSpPr>
        <p:spPr>
          <a:xfrm rot="5400000">
            <a:off x="-581949" y="-1342949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40502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1_Caption">
    <p:bg>
      <p:bgPr>
        <a:solidFill>
          <a:schemeClr val="accent5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1"/>
          <p:cNvSpPr/>
          <p:nvPr/>
        </p:nvSpPr>
        <p:spPr>
          <a:xfrm>
            <a:off x="-67" y="7467"/>
            <a:ext cx="12192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9" name="Google Shape;379;p51"/>
          <p:cNvSpPr/>
          <p:nvPr/>
        </p:nvSpPr>
        <p:spPr>
          <a:xfrm>
            <a:off x="-100733" y="617733"/>
            <a:ext cx="65152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0" name="Google Shape;380;p51"/>
          <p:cNvSpPr/>
          <p:nvPr/>
        </p:nvSpPr>
        <p:spPr>
          <a:xfrm rot="10800000">
            <a:off x="8707267" y="-819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81" name="Google Shape;381;p51"/>
          <p:cNvSpPr/>
          <p:nvPr/>
        </p:nvSpPr>
        <p:spPr>
          <a:xfrm rot="10800000">
            <a:off x="8999367" y="-946167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82" name="Google Shape;382;p51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5145200" cy="11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875916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Title and four columns 4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>
            <a:spLocks noGrp="1"/>
          </p:cNvSpPr>
          <p:nvPr>
            <p:ph type="title"/>
          </p:nvPr>
        </p:nvSpPr>
        <p:spPr>
          <a:xfrm>
            <a:off x="1759432" y="26815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subTitle" idx="1"/>
          </p:nvPr>
        </p:nvSpPr>
        <p:spPr>
          <a:xfrm>
            <a:off x="1759435" y="3048767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title" idx="2"/>
          </p:nvPr>
        </p:nvSpPr>
        <p:spPr>
          <a:xfrm>
            <a:off x="6241864" y="26817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87" name="Google Shape;387;p52"/>
          <p:cNvSpPr txBox="1">
            <a:spLocks noGrp="1"/>
          </p:cNvSpPr>
          <p:nvPr>
            <p:ph type="subTitle" idx="3"/>
          </p:nvPr>
        </p:nvSpPr>
        <p:spPr>
          <a:xfrm>
            <a:off x="6241835" y="3046733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88" name="Google Shape;388;p52"/>
          <p:cNvSpPr txBox="1">
            <a:spLocks noGrp="1"/>
          </p:cNvSpPr>
          <p:nvPr>
            <p:ph type="title" idx="4"/>
          </p:nvPr>
        </p:nvSpPr>
        <p:spPr>
          <a:xfrm>
            <a:off x="3214599" y="43579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89" name="Google Shape;389;p52"/>
          <p:cNvSpPr txBox="1">
            <a:spLocks noGrp="1"/>
          </p:cNvSpPr>
          <p:nvPr>
            <p:ph type="subTitle" idx="5"/>
          </p:nvPr>
        </p:nvSpPr>
        <p:spPr>
          <a:xfrm>
            <a:off x="3214601" y="4725167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0" name="Google Shape;390;p52"/>
          <p:cNvSpPr txBox="1">
            <a:spLocks noGrp="1"/>
          </p:cNvSpPr>
          <p:nvPr>
            <p:ph type="title" idx="6"/>
          </p:nvPr>
        </p:nvSpPr>
        <p:spPr>
          <a:xfrm>
            <a:off x="7697031" y="43581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91" name="Google Shape;391;p52"/>
          <p:cNvSpPr txBox="1">
            <a:spLocks noGrp="1"/>
          </p:cNvSpPr>
          <p:nvPr>
            <p:ph type="subTitle" idx="7"/>
          </p:nvPr>
        </p:nvSpPr>
        <p:spPr>
          <a:xfrm>
            <a:off x="7697000" y="4723133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92" name="Google Shape;392;p52"/>
          <p:cNvSpPr/>
          <p:nvPr/>
        </p:nvSpPr>
        <p:spPr>
          <a:xfrm rot="-5400000">
            <a:off x="9759233" y="4304400"/>
            <a:ext cx="2816800" cy="2731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3" name="Google Shape;393;p52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4" name="Google Shape;394;p52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5" name="Google Shape;395;p52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6" name="Google Shape;396;p52"/>
          <p:cNvSpPr/>
          <p:nvPr/>
        </p:nvSpPr>
        <p:spPr>
          <a:xfrm rot="5400000">
            <a:off x="-349967" y="-2519833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397" name="Google Shape;397;p52"/>
          <p:cNvSpPr txBox="1">
            <a:spLocks noGrp="1"/>
          </p:cNvSpPr>
          <p:nvPr>
            <p:ph type="title" idx="8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1394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solidFill>
          <a:schemeClr val="accent5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3"/>
          <p:cNvSpPr txBox="1">
            <a:spLocks noGrp="1"/>
          </p:cNvSpPr>
          <p:nvPr>
            <p:ph type="title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0" name="Google Shape;400;p53"/>
          <p:cNvSpPr txBox="1">
            <a:spLocks noGrp="1"/>
          </p:cNvSpPr>
          <p:nvPr>
            <p:ph type="subTitle" idx="1"/>
          </p:nvPr>
        </p:nvSpPr>
        <p:spPr>
          <a:xfrm>
            <a:off x="2323567" y="4678467"/>
            <a:ext cx="3172800" cy="8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1" name="Google Shape;401;p53"/>
          <p:cNvSpPr txBox="1">
            <a:spLocks noGrp="1"/>
          </p:cNvSpPr>
          <p:nvPr>
            <p:ph type="subTitle" idx="2"/>
          </p:nvPr>
        </p:nvSpPr>
        <p:spPr>
          <a:xfrm>
            <a:off x="6695693" y="4678467"/>
            <a:ext cx="3172800" cy="8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02" name="Google Shape;402;p53"/>
          <p:cNvSpPr txBox="1">
            <a:spLocks noGrp="1"/>
          </p:cNvSpPr>
          <p:nvPr>
            <p:ph type="title" idx="3"/>
          </p:nvPr>
        </p:nvSpPr>
        <p:spPr>
          <a:xfrm>
            <a:off x="2487117" y="4331000"/>
            <a:ext cx="2845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3" name="Google Shape;403;p53"/>
          <p:cNvSpPr txBox="1">
            <a:spLocks noGrp="1"/>
          </p:cNvSpPr>
          <p:nvPr>
            <p:ph type="title" idx="4"/>
          </p:nvPr>
        </p:nvSpPr>
        <p:spPr>
          <a:xfrm>
            <a:off x="6859283" y="4331000"/>
            <a:ext cx="2845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4" name="Google Shape;404;p53"/>
          <p:cNvSpPr/>
          <p:nvPr/>
        </p:nvSpPr>
        <p:spPr>
          <a:xfrm rot="10800000" flipH="1">
            <a:off x="0" y="-48267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53"/>
          <p:cNvSpPr/>
          <p:nvPr/>
        </p:nvSpPr>
        <p:spPr>
          <a:xfrm>
            <a:off x="8070800" y="4086433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698231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bg>
      <p:bgPr>
        <a:solidFill>
          <a:schemeClr val="accent5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4"/>
          <p:cNvSpPr/>
          <p:nvPr/>
        </p:nvSpPr>
        <p:spPr>
          <a:xfrm rot="10800000">
            <a:off x="7855800" y="-516133"/>
            <a:ext cx="70188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54"/>
          <p:cNvSpPr/>
          <p:nvPr/>
        </p:nvSpPr>
        <p:spPr>
          <a:xfrm>
            <a:off x="-6922433" y="3080667"/>
            <a:ext cx="98708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9" name="Google Shape;409;p54"/>
          <p:cNvSpPr txBox="1">
            <a:spLocks noGrp="1"/>
          </p:cNvSpPr>
          <p:nvPr>
            <p:ph type="title"/>
          </p:nvPr>
        </p:nvSpPr>
        <p:spPr>
          <a:xfrm>
            <a:off x="1149933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subTitle" idx="1"/>
          </p:nvPr>
        </p:nvSpPr>
        <p:spPr>
          <a:xfrm>
            <a:off x="565933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title" idx="2"/>
          </p:nvPr>
        </p:nvSpPr>
        <p:spPr>
          <a:xfrm>
            <a:off x="8701007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subTitle" idx="3"/>
          </p:nvPr>
        </p:nvSpPr>
        <p:spPr>
          <a:xfrm>
            <a:off x="8117001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13" name="Google Shape;413;p54"/>
          <p:cNvSpPr txBox="1">
            <a:spLocks noGrp="1"/>
          </p:cNvSpPr>
          <p:nvPr>
            <p:ph type="title" idx="4"/>
          </p:nvPr>
        </p:nvSpPr>
        <p:spPr>
          <a:xfrm>
            <a:off x="4920200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subTitle" idx="5"/>
          </p:nvPr>
        </p:nvSpPr>
        <p:spPr>
          <a:xfrm>
            <a:off x="4336197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15" name="Google Shape;415;p54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88035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bg>
      <p:bgPr>
        <a:solidFill>
          <a:schemeClr val="accent5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5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4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18" name="Google Shape;418;p55"/>
          <p:cNvSpPr/>
          <p:nvPr/>
        </p:nvSpPr>
        <p:spPr>
          <a:xfrm>
            <a:off x="-2368867" y="36015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19" name="Google Shape;419;p55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20" name="Google Shape;420;p55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302967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3717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8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11727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3443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91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5000" y="796567"/>
            <a:ext cx="1052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5000" y="1739833"/>
            <a:ext cx="1052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BEA8B828-9199-40FD-8CD8-57E7A844B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4107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23" name="Google Shape;423;p5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66531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29" name="Google Shape;429;p59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43452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1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33" name="Google Shape;433;p61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7456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9DF57-5EB3-ACA1-DB09-8484CFF53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3999" y="2372268"/>
            <a:ext cx="6058000" cy="2736800"/>
          </a:xfrm>
        </p:spPr>
        <p:txBody>
          <a:bodyPr/>
          <a:lstStyle/>
          <a:p>
            <a:r>
              <a:rPr lang="ru-RU" sz="4400" b="0" i="0" dirty="0">
                <a:solidFill>
                  <a:srgbClr val="F9FAFB"/>
                </a:solidFill>
                <a:effectLst/>
                <a:latin typeface="Sitka Text" pitchFamily="2" charset="0"/>
              </a:rPr>
              <a:t>Хеш-суммы: цифровой «отпечаток пальца» данных</a:t>
            </a:r>
            <a:endParaRPr lang="ru-RU" sz="4400" dirty="0">
              <a:latin typeface="Sitka Text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52CF78-82C6-DEDC-3DF4-2B3BF813F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9199" y="5109068"/>
            <a:ext cx="7772800" cy="1056800"/>
          </a:xfrm>
        </p:spPr>
        <p:txBody>
          <a:bodyPr/>
          <a:lstStyle/>
          <a:p>
            <a:r>
              <a:rPr lang="ru-RU" sz="1800" b="0" i="0" dirty="0">
                <a:solidFill>
                  <a:srgbClr val="F9FAFB"/>
                </a:solidFill>
                <a:effectLst/>
                <a:latin typeface="Sitka Text" pitchFamily="2" charset="0"/>
              </a:rPr>
              <a:t>Как проверить целостность файлов и защититься от подделки</a:t>
            </a:r>
          </a:p>
          <a:p>
            <a:endParaRPr lang="ru-RU" sz="1800" b="0" i="0" dirty="0">
              <a:solidFill>
                <a:srgbClr val="F9FAFB"/>
              </a:solidFill>
              <a:effectLst/>
              <a:latin typeface="Sitka Tex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53ADCA-2D49-E648-13C1-13CDFE1FC7D7}"/>
              </a:ext>
            </a:extLst>
          </p:cNvPr>
          <p:cNvSpPr txBox="1"/>
          <p:nvPr/>
        </p:nvSpPr>
        <p:spPr>
          <a:xfrm>
            <a:off x="949281" y="5489361"/>
            <a:ext cx="102934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175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Sitka Text" pitchFamily="2" charset="0"/>
                <a:ea typeface="Questrial"/>
                <a:cs typeface="Questrial"/>
                <a:sym typeface="Questrial"/>
              </a:rPr>
              <a:t>Работа выполнена</a:t>
            </a:r>
          </a:p>
          <a:p>
            <a:pPr marL="457200" marR="0" lvl="0" indent="-3175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Sitka Text" pitchFamily="2" charset="0"/>
                <a:ea typeface="Questrial"/>
                <a:cs typeface="Questrial"/>
                <a:sym typeface="Questrial"/>
              </a:rPr>
              <a:t>Студенткой МФЮА</a:t>
            </a:r>
          </a:p>
          <a:p>
            <a:pPr marL="457200" marR="0" lvl="0" indent="-3175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Sitka Text" pitchFamily="2" charset="0"/>
                <a:ea typeface="Questrial"/>
                <a:cs typeface="Questrial"/>
                <a:sym typeface="Questrial"/>
              </a:rPr>
              <a:t>Группы 28ИПо8482</a:t>
            </a:r>
          </a:p>
          <a:p>
            <a:pPr marL="457200" marR="0" lvl="0" indent="-3175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Questrial"/>
              <a:buNone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F9FAFB"/>
                </a:solidFill>
                <a:effectLst/>
                <a:uLnTx/>
                <a:uFillTx/>
                <a:latin typeface="Sitka Text" pitchFamily="2" charset="0"/>
                <a:ea typeface="Questrial"/>
                <a:cs typeface="Questrial"/>
                <a:sym typeface="Questrial"/>
              </a:rPr>
              <a:t>Дударевой Дарьей 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tka Text" pitchFamily="2" charset="0"/>
              <a:ea typeface="Questrial"/>
              <a:cs typeface="Questrial"/>
              <a:sym typeface="Questrial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3F4EDF-C9F8-47BE-B1FB-0AF4BCF4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44" y="193486"/>
            <a:ext cx="5184820" cy="31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3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7DAEFF6-31B8-5809-38A3-DA74823C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chemeClr val="tx1"/>
                </a:solidFill>
                <a:effectLst/>
                <a:latin typeface="Sitka Text" pitchFamily="2" charset="0"/>
              </a:rPr>
              <a:t>Что такое хеш-сумма?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BDC901A-CFA1-6715-D589-82A8F4E13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Это уникальная строка фиксированной длины (например, 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5d41402abc...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 ), полученная из любых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Даже 1 бит изменений → совершенно другой </a:t>
            </a:r>
            <a:r>
              <a:rPr lang="ru-RU" sz="2000" b="0" i="0" dirty="0" err="1">
                <a:solidFill>
                  <a:srgbClr val="0F1115"/>
                </a:solidFill>
                <a:effectLst/>
                <a:latin typeface="Sitka Text" pitchFamily="2" charset="0"/>
              </a:rPr>
              <a:t>хеш</a:t>
            </a: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.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12D149-D4BB-8A84-10AC-AB423E0B1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567" y="1529366"/>
            <a:ext cx="472965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EF00C-B971-572C-5106-44E17943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9043710" cy="1007600"/>
          </a:xfrm>
        </p:spPr>
        <p:txBody>
          <a:bodyPr/>
          <a:lstStyle/>
          <a:p>
            <a:r>
              <a:rPr lang="ru-RU" sz="2800" dirty="0">
                <a:solidFill>
                  <a:srgbClr val="0F1115"/>
                </a:solidFill>
                <a:effectLst/>
                <a:latin typeface="Sitka Text" pitchFamily="2" charset="0"/>
              </a:rPr>
              <a:t>Где мы встречаем </a:t>
            </a:r>
            <a:r>
              <a:rPr lang="ru-RU" sz="2800" dirty="0" err="1">
                <a:solidFill>
                  <a:srgbClr val="0F1115"/>
                </a:solidFill>
                <a:effectLst/>
                <a:latin typeface="Sitka Text" pitchFamily="2" charset="0"/>
              </a:rPr>
              <a:t>хеши</a:t>
            </a:r>
            <a:r>
              <a:rPr lang="ru-RU" sz="2800" dirty="0">
                <a:solidFill>
                  <a:srgbClr val="0F1115"/>
                </a:solidFill>
                <a:effectLst/>
                <a:latin typeface="Sitka Text" pitchFamily="2" charset="0"/>
              </a:rPr>
              <a:t> в жизни</a:t>
            </a:r>
            <a:r>
              <a:rPr lang="ru-RU" sz="2000" dirty="0">
                <a:solidFill>
                  <a:srgbClr val="0F1115"/>
                </a:solidFill>
                <a:effectLst/>
                <a:latin typeface="Sitka Text" pitchFamily="2" charset="0"/>
              </a:rPr>
              <a:t>?</a:t>
            </a:r>
            <a:endParaRPr lang="ru-RU" sz="2000" dirty="0">
              <a:latin typeface="Sitka Text" pitchFamily="2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848945D0-2589-6397-AC19-8ACE06C92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0444" y="1974807"/>
            <a:ext cx="8331109" cy="290838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Скачивание программ (контрольные суммы на сайтах).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Хранение паролей в базах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Блокчейн и криптовалюты.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62092F2-5338-AB1F-6CE7-2B9526FAB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34" y="4017054"/>
            <a:ext cx="5592530" cy="191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7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01CA5F7-53E9-66EE-2A96-5581CF37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Sitka Text" pitchFamily="2" charset="0"/>
              </a:rPr>
              <a:t>Свойства криптографических хеш-функций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4F864E5E-7C61-0E7A-085D-9B0912114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Односторонность (нельзя восстановить данные по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хешу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Детерминированность (один и тот же вход → один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Лавинный эффект (малое изменение → кардинально новый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Устойчивость к коллизиям (почти нет двух разных данных с одним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хешем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).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C3ED49-A67A-B7EE-AF22-14A9627FB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191" y="3365788"/>
            <a:ext cx="4821190" cy="224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3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A587115-62F6-EA15-A933-355F6FC7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Sitka Text" pitchFamily="2" charset="0"/>
              </a:rPr>
              <a:t>Популярные алгоритмы хеширования</a:t>
            </a:r>
            <a:endParaRPr lang="ru-RU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9F518A8A-E971-F8A0-64ED-EC4A19B8D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740800"/>
            <a:ext cx="5970271" cy="275377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0F1115"/>
                </a:solidFill>
                <a:effectLst/>
                <a:latin typeface="Sitka Text" pitchFamily="2" charset="0"/>
              </a:rPr>
              <a:t>MD5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 (устарел, но встречается)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0F1115"/>
                </a:solidFill>
                <a:effectLst/>
                <a:latin typeface="Sitka Text" pitchFamily="2" charset="0"/>
              </a:rPr>
              <a:t>SHA-1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 (не рекомендуется)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0F1115"/>
                </a:solidFill>
                <a:effectLst/>
                <a:latin typeface="Sitka Text" pitchFamily="2" charset="0"/>
              </a:rPr>
              <a:t>SHA-256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 и </a:t>
            </a:r>
            <a:r>
              <a:rPr lang="ru-RU" sz="1800" b="1" i="0" dirty="0">
                <a:solidFill>
                  <a:srgbClr val="0F1115"/>
                </a:solidFill>
                <a:effectLst/>
                <a:latin typeface="Sitka Text" pitchFamily="2" charset="0"/>
              </a:rPr>
              <a:t>SHA-3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 (современный стандарт)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1" i="0" dirty="0">
                <a:solidFill>
                  <a:srgbClr val="0F1115"/>
                </a:solidFill>
                <a:effectLst/>
                <a:latin typeface="Sitka Text" pitchFamily="2" charset="0"/>
              </a:rPr>
              <a:t>CRC32</a:t>
            </a:r>
            <a:r>
              <a:rPr lang="ru-RU" sz="1800" b="0" i="0" dirty="0">
                <a:solidFill>
                  <a:srgbClr val="0F1115"/>
                </a:solidFill>
                <a:effectLst/>
                <a:latin typeface="Sitka Text" pitchFamily="2" charset="0"/>
              </a:rPr>
              <a:t> (для проверки ошибок в архивах)</a:t>
            </a: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99121C-9F4B-A430-16AA-DE1CDC001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2" y="3117431"/>
            <a:ext cx="6906636" cy="265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0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96F89-903E-1042-4D83-DFDA0DEB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Sitka Text" pitchFamily="2" charset="0"/>
              </a:rPr>
              <a:t>Как проверить </a:t>
            </a:r>
            <a:r>
              <a:rPr lang="ru-RU" sz="2800" b="1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sz="2800" b="1" dirty="0">
                <a:solidFill>
                  <a:schemeClr val="tx1"/>
                </a:solidFill>
                <a:effectLst/>
                <a:latin typeface="Sitka Text" pitchFamily="2" charset="0"/>
              </a:rPr>
              <a:t> файла?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0BCAEA-D665-E60B-FD99-1A634108C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1422" y="2000032"/>
            <a:ext cx="5499011" cy="2857936"/>
          </a:xfrm>
        </p:spPr>
        <p:txBody>
          <a:bodyPr/>
          <a:lstStyle/>
          <a:p>
            <a:r>
              <a:rPr lang="en-US" sz="1800" b="1" i="0" dirty="0">
                <a:solidFill>
                  <a:schemeClr val="tx1"/>
                </a:solidFill>
                <a:effectLst/>
                <a:latin typeface="Sitka Text" pitchFamily="2" charset="0"/>
              </a:rPr>
              <a:t>Windows: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Sitka Text" pitchFamily="2" charset="0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certutil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-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hashfile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файл 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SHA256</a:t>
            </a:r>
            <a:endParaRPr lang="ru-RU" sz="1800" b="0" i="0" dirty="0">
              <a:solidFill>
                <a:schemeClr val="tx1"/>
              </a:solidFill>
              <a:effectLst/>
              <a:latin typeface="Sitka Text" pitchFamily="2" charset="0"/>
            </a:endParaRPr>
          </a:p>
          <a:p>
            <a:r>
              <a:rPr lang="en-US" sz="1800" b="1" i="0" dirty="0">
                <a:solidFill>
                  <a:schemeClr val="tx1"/>
                </a:solidFill>
                <a:effectLst/>
                <a:latin typeface="Sitka Text" pitchFamily="2" charset="0"/>
              </a:rPr>
              <a:t>Linux/macOS: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  sha256sum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файл</a:t>
            </a:r>
          </a:p>
          <a:p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Онлайн-сервисы (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Virustotal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Metadefender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)</a:t>
            </a:r>
            <a:endParaRPr lang="ru-RU" sz="1800" dirty="0">
              <a:solidFill>
                <a:schemeClr val="tx1"/>
              </a:solidFill>
              <a:latin typeface="Sitka Text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4D6A66-8273-4F39-3257-3F3B5EDA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2939528"/>
            <a:ext cx="6485934" cy="303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80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73A51A-C2E1-234C-1615-E84C4077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b="1" dirty="0">
                <a:solidFill>
                  <a:schemeClr val="tx1"/>
                </a:solidFill>
                <a:effectLst/>
                <a:latin typeface="Sitka Text" pitchFamily="2" charset="0"/>
              </a:rPr>
              <a:t>Пример – защита паролей</a:t>
            </a:r>
            <a:endParaRPr lang="ru-RU" sz="2800" dirty="0">
              <a:solidFill>
                <a:schemeClr val="tx1"/>
              </a:solidFill>
              <a:latin typeface="Sitka Text" pitchFamily="2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F822A6-844A-A54A-53B3-7715D93DF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Сайт хранит не пароль, а его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+ «соль» (случайную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добав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ку).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При входе 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хеширует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введённый пароль и сравнивает с сохранённым.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Взлом базы не даёт злоумышленнику сами пароли.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142555-D15B-4BD0-AF5C-B92E126FA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25" y="1452562"/>
            <a:ext cx="67722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82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B3226-A88B-1BAB-7F82-F65A38CF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/>
                <a:latin typeface="Sitka Text" pitchFamily="2" charset="0"/>
              </a:rPr>
              <a:t>Коллизии – когда два файла дают один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endParaRPr lang="ru-RU" sz="2400" dirty="0">
              <a:solidFill>
                <a:schemeClr val="tx1"/>
              </a:solidFill>
              <a:latin typeface="Sitka Text" pitchFamily="2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3E848D-9322-CA1E-F5CD-291847660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4955" y="875338"/>
            <a:ext cx="3744000" cy="4239200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Что такое коллизия:</a:t>
            </a:r>
            <a:b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Два разных файла → одинаковый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.</a:t>
            </a:r>
          </a:p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Известные примеры:</a:t>
            </a:r>
            <a:endParaRPr lang="ru-RU" b="0" i="0" dirty="0">
              <a:solidFill>
                <a:schemeClr val="tx1"/>
              </a:solidFill>
              <a:effectLst/>
              <a:latin typeface="Sitka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MD5</a:t>
            </a: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 — в 2004 году найдены практические коллизии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SHA-1</a:t>
            </a: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 — в 2017 году Google создал два разных PDF с одинаковым SHA-1</a:t>
            </a:r>
          </a:p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Чем опасно:</a:t>
            </a:r>
            <a:b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Злоумышленник может подменить программу, 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останется тем же.</a:t>
            </a:r>
          </a:p>
          <a:p>
            <a:pPr algn="l"/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Вывод:</a:t>
            </a:r>
            <a:b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Для защиты используйте SHA-256 или выше — коллизий для них пока не найдено.</a:t>
            </a:r>
          </a:p>
          <a:p>
            <a:br>
              <a:rPr lang="ru-RU" sz="2400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BAF358-A98C-B91A-316E-ED4B1BFBC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2542619"/>
            <a:ext cx="5889997" cy="319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1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7CE73-A048-DFAF-940B-3B4179B97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>
                <a:solidFill>
                  <a:schemeClr val="tx1"/>
                </a:solidFill>
                <a:effectLst/>
                <a:latin typeface="Sitka Text" pitchFamily="2" charset="0"/>
              </a:rPr>
              <a:t>Хеш-суммы в блокчейне (на примере биткоина)</a:t>
            </a:r>
            <a:endParaRPr lang="ru-RU" sz="2400" dirty="0">
              <a:solidFill>
                <a:schemeClr val="tx1"/>
              </a:solidFill>
              <a:latin typeface="Sitka Text" pitchFamily="2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792BCF-5C7D-A45E-B739-1C2B5E3DD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Каждый блок содержит </a:t>
            </a:r>
            <a:r>
              <a:rPr lang="ru-RU" b="1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</a:t>
            </a:r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 предыдущего блока</a:t>
            </a:r>
            <a:endParaRPr lang="ru-RU" b="0" i="0" dirty="0">
              <a:solidFill>
                <a:schemeClr val="tx1"/>
              </a:solidFill>
              <a:effectLst/>
              <a:latin typeface="Sitka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Получается цепочка: Блок 1 ← Блок 2 ← Блок 3 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Чтобы изменить данные в одном блоке, нужно пересчитать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хеши</a:t>
            </a: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 </a:t>
            </a:r>
            <a:r>
              <a:rPr lang="ru-RU" b="1" i="0" dirty="0">
                <a:solidFill>
                  <a:schemeClr val="tx1"/>
                </a:solidFill>
                <a:effectLst/>
                <a:latin typeface="Sitka Text" pitchFamily="2" charset="0"/>
              </a:rPr>
              <a:t>всех последующих</a:t>
            </a:r>
            <a:endParaRPr lang="ru-RU" b="0" i="0" dirty="0">
              <a:solidFill>
                <a:schemeClr val="tx1"/>
              </a:solidFill>
              <a:effectLst/>
              <a:latin typeface="Sitka Text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Это требует колоссальных вычислительных мощностей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3D4590-B657-4EDE-7D64-1326756C0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004" y="1782558"/>
            <a:ext cx="7371956" cy="329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78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36DF5AE-5CD2-E215-482E-06EFEFEB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800" b="1" dirty="0">
                <a:solidFill>
                  <a:schemeClr val="tx1"/>
                </a:solidFill>
                <a:effectLst/>
                <a:latin typeface="Sitka Text" pitchFamily="2" charset="0"/>
              </a:rPr>
              <a:t>Итоги</a:t>
            </a:r>
            <a:br>
              <a:rPr lang="ru-RU" b="1" dirty="0">
                <a:solidFill>
                  <a:srgbClr val="F9FAFB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C639E-66E4-5D5D-29B4-4F8B4DE0E268}"/>
              </a:ext>
            </a:extLst>
          </p:cNvPr>
          <p:cNvSpPr txBox="1"/>
          <p:nvPr/>
        </p:nvSpPr>
        <p:spPr>
          <a:xfrm>
            <a:off x="2018624" y="2644170"/>
            <a:ext cx="81458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Хеш-суммы — основа цифровой безопасности.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Проверяйте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Sitka Text" pitchFamily="2" charset="0"/>
              </a:rPr>
              <a:t>хеши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 при скачивании важных файлов.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Никогда не используйте MD5 для защиты.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Sitka Text" pitchFamily="2" charset="0"/>
              </a:rPr>
              <a:t>Современный выбор: SHA-256 или SHA-3.</a:t>
            </a:r>
          </a:p>
        </p:txBody>
      </p:sp>
    </p:spTree>
    <p:extLst>
      <p:ext uri="{BB962C8B-B14F-4D97-AF65-F5344CB8AC3E}">
        <p14:creationId xmlns:p14="http://schemas.microsoft.com/office/powerpoint/2010/main" val="1543002184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Grayscale Pitch Deck XL by Slidesgo">
  <a:themeElements>
    <a:clrScheme name="Simple Light">
      <a:dk1>
        <a:srgbClr val="000000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5F6F1"/>
      </a:lt1>
      <a:dk2>
        <a:srgbClr val="E5E5DB"/>
      </a:dk2>
      <a:lt2>
        <a:srgbClr val="C7C0B5"/>
      </a:lt2>
      <a:accent1>
        <a:srgbClr val="B9B5AA"/>
      </a:accent1>
      <a:accent2>
        <a:srgbClr val="212121"/>
      </a:accent2>
      <a:accent3>
        <a:srgbClr val="B7B7B7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Grayscale Pitch Deck XL by Slidesgo</Template>
  <TotalTime>90</TotalTime>
  <Words>366</Words>
  <Application>Microsoft Office PowerPoint</Application>
  <PresentationFormat>Широкоэкранный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10</vt:i4>
      </vt:variant>
    </vt:vector>
  </HeadingPairs>
  <TitlesOfParts>
    <vt:vector size="23" baseType="lpstr">
      <vt:lpstr>Arial</vt:lpstr>
      <vt:lpstr>Didact Gothic</vt:lpstr>
      <vt:lpstr>Julius Sans One</vt:lpstr>
      <vt:lpstr>Montserrat</vt:lpstr>
      <vt:lpstr>Proxima Nova</vt:lpstr>
      <vt:lpstr>Proxima Nova Semibold</vt:lpstr>
      <vt:lpstr>Questrial</vt:lpstr>
      <vt:lpstr>quote-cjk-patch</vt:lpstr>
      <vt:lpstr>Sitka Text</vt:lpstr>
      <vt:lpstr>Minimalist Grayscale Pitch Deck XL by Slidesgo</vt:lpstr>
      <vt:lpstr>Slidesgo Final Pages</vt:lpstr>
      <vt:lpstr>1_Slidesgo Final Pages</vt:lpstr>
      <vt:lpstr>2_Slidesgo Final Pages</vt:lpstr>
      <vt:lpstr>Хеш-суммы: цифровой «отпечаток пальца» данных</vt:lpstr>
      <vt:lpstr>Что такое хеш-сумма? </vt:lpstr>
      <vt:lpstr>Где мы встречаем хеши в жизни?</vt:lpstr>
      <vt:lpstr>Свойства криптографических хеш-функций</vt:lpstr>
      <vt:lpstr>Популярные алгоритмы хеширования</vt:lpstr>
      <vt:lpstr>Как проверить хеш файла?</vt:lpstr>
      <vt:lpstr>Пример – защита паролей</vt:lpstr>
      <vt:lpstr>Коллизии – когда два файла дают один хеш</vt:lpstr>
      <vt:lpstr>Хеш-суммы в блокчейне (на примере биткоина)</vt:lpstr>
      <vt:lpstr>Итоги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Климин</dc:creator>
  <cp:lastModifiedBy>Тимофей Климин</cp:lastModifiedBy>
  <cp:revision>1</cp:revision>
  <dcterms:created xsi:type="dcterms:W3CDTF">2026-04-26T18:40:35Z</dcterms:created>
  <dcterms:modified xsi:type="dcterms:W3CDTF">2026-04-26T20:11:01Z</dcterms:modified>
</cp:coreProperties>
</file>